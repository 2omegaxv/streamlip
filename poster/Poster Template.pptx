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08" r:id="rId1"/>
  </p:sldMasterIdLst>
  <p:notesMasterIdLst>
    <p:notesMasterId r:id="rId3"/>
  </p:notesMasterIdLst>
  <p:sldIdLst>
    <p:sldId id="257" r:id="rId2"/>
  </p:sldIdLst>
  <p:sldSz cx="30238700" cy="3960336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4287ECA-09FF-4889-8B6B-C578DB5396AE}" v="32" dt="2025-05-20T05:53:41.223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9248" autoAdjust="0"/>
    <p:restoredTop sz="94660"/>
  </p:normalViewPr>
  <p:slideViewPr>
    <p:cSldViewPr snapToGrid="0">
      <p:cViewPr varScale="1">
        <p:scale>
          <a:sx n="29" d="100"/>
          <a:sy n="29" d="100"/>
        </p:scale>
        <p:origin x="3936" y="4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56" d="100"/>
          <a:sy n="56" d="100"/>
        </p:scale>
        <p:origin x="2364" y="56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microsoft.com/office/2016/11/relationships/changesInfo" Target="changesInfos/changesInfo1.xml"/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Relationship Id="rId9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jinglun zhao" userId="5843026372aa501f" providerId="LiveId" clId="{34287ECA-09FF-4889-8B6B-C578DB5396AE}"/>
    <pc:docChg chg="undo custSel addSld delSld modSld modMainMaster">
      <pc:chgData name="jinglun zhao" userId="5843026372aa501f" providerId="LiveId" clId="{34287ECA-09FF-4889-8B6B-C578DB5396AE}" dt="2025-05-20T05:53:59.536" v="222" actId="47"/>
      <pc:docMkLst>
        <pc:docMk/>
      </pc:docMkLst>
      <pc:sldChg chg="addSp delSp modSp del mod chgLayout">
        <pc:chgData name="jinglun zhao" userId="5843026372aa501f" providerId="LiveId" clId="{34287ECA-09FF-4889-8B6B-C578DB5396AE}" dt="2025-05-20T05:53:59.536" v="222" actId="47"/>
        <pc:sldMkLst>
          <pc:docMk/>
          <pc:sldMk cId="2764002241" sldId="256"/>
        </pc:sldMkLst>
        <pc:spChg chg="add del mod ord">
          <ac:chgData name="jinglun zhao" userId="5843026372aa501f" providerId="LiveId" clId="{34287ECA-09FF-4889-8B6B-C578DB5396AE}" dt="2025-05-20T05:52:50.172" v="218" actId="478"/>
          <ac:spMkLst>
            <pc:docMk/>
            <pc:sldMk cId="2764002241" sldId="256"/>
            <ac:spMk id="2" creationId="{C141B1D7-AC77-8C0B-8416-724F84247E8A}"/>
          </ac:spMkLst>
        </pc:spChg>
      </pc:sldChg>
      <pc:sldChg chg="addSp modSp new">
        <pc:chgData name="jinglun zhao" userId="5843026372aa501f" providerId="LiveId" clId="{34287ECA-09FF-4889-8B6B-C578DB5396AE}" dt="2025-05-20T05:53:41.223" v="220"/>
        <pc:sldMkLst>
          <pc:docMk/>
          <pc:sldMk cId="513395012" sldId="257"/>
        </pc:sldMkLst>
        <pc:spChg chg="add mod">
          <ac:chgData name="jinglun zhao" userId="5843026372aa501f" providerId="LiveId" clId="{34287ECA-09FF-4889-8B6B-C578DB5396AE}" dt="2025-05-20T05:53:41.223" v="220"/>
          <ac:spMkLst>
            <pc:docMk/>
            <pc:sldMk cId="513395012" sldId="257"/>
            <ac:spMk id="5" creationId="{4C4FD985-35F9-F5F4-400A-12AA368FBC3C}"/>
          </ac:spMkLst>
        </pc:spChg>
        <pc:spChg chg="add mod">
          <ac:chgData name="jinglun zhao" userId="5843026372aa501f" providerId="LiveId" clId="{34287ECA-09FF-4889-8B6B-C578DB5396AE}" dt="2025-05-20T05:53:41.223" v="220"/>
          <ac:spMkLst>
            <pc:docMk/>
            <pc:sldMk cId="513395012" sldId="257"/>
            <ac:spMk id="7" creationId="{50438B3D-0F5C-E3B1-2E7F-43C728DF0FAC}"/>
          </ac:spMkLst>
        </pc:spChg>
        <pc:spChg chg="add mod">
          <ac:chgData name="jinglun zhao" userId="5843026372aa501f" providerId="LiveId" clId="{34287ECA-09FF-4889-8B6B-C578DB5396AE}" dt="2025-05-20T05:53:41.223" v="220"/>
          <ac:spMkLst>
            <pc:docMk/>
            <pc:sldMk cId="513395012" sldId="257"/>
            <ac:spMk id="8" creationId="{AB680BBE-AF8E-E237-B787-2B8A27EECD3C}"/>
          </ac:spMkLst>
        </pc:spChg>
        <pc:spChg chg="add mod">
          <ac:chgData name="jinglun zhao" userId="5843026372aa501f" providerId="LiveId" clId="{34287ECA-09FF-4889-8B6B-C578DB5396AE}" dt="2025-05-20T05:53:41.223" v="220"/>
          <ac:spMkLst>
            <pc:docMk/>
            <pc:sldMk cId="513395012" sldId="257"/>
            <ac:spMk id="9" creationId="{E3BE7E25-3C51-15C3-2CF5-D3FDB99D496B}"/>
          </ac:spMkLst>
        </pc:spChg>
        <pc:picChg chg="add mod">
          <ac:chgData name="jinglun zhao" userId="5843026372aa501f" providerId="LiveId" clId="{34287ECA-09FF-4889-8B6B-C578DB5396AE}" dt="2025-05-20T05:53:41.223" v="220"/>
          <ac:picMkLst>
            <pc:docMk/>
            <pc:sldMk cId="513395012" sldId="257"/>
            <ac:picMk id="2" creationId="{F6DEF474-80EE-5633-500C-74CF22221918}"/>
          </ac:picMkLst>
        </pc:picChg>
        <pc:picChg chg="add mod">
          <ac:chgData name="jinglun zhao" userId="5843026372aa501f" providerId="LiveId" clId="{34287ECA-09FF-4889-8B6B-C578DB5396AE}" dt="2025-05-20T05:53:41.223" v="220"/>
          <ac:picMkLst>
            <pc:docMk/>
            <pc:sldMk cId="513395012" sldId="257"/>
            <ac:picMk id="3" creationId="{18A076E9-FC41-EBFB-071B-40C604EA7202}"/>
          </ac:picMkLst>
        </pc:picChg>
        <pc:picChg chg="add mod">
          <ac:chgData name="jinglun zhao" userId="5843026372aa501f" providerId="LiveId" clId="{34287ECA-09FF-4889-8B6B-C578DB5396AE}" dt="2025-05-20T05:53:41.223" v="220"/>
          <ac:picMkLst>
            <pc:docMk/>
            <pc:sldMk cId="513395012" sldId="257"/>
            <ac:picMk id="4" creationId="{E3AAFAAF-3B1A-3585-B543-294624F9AA67}"/>
          </ac:picMkLst>
        </pc:picChg>
        <pc:cxnChg chg="add mod">
          <ac:chgData name="jinglun zhao" userId="5843026372aa501f" providerId="LiveId" clId="{34287ECA-09FF-4889-8B6B-C578DB5396AE}" dt="2025-05-20T05:53:41.223" v="220"/>
          <ac:cxnSpMkLst>
            <pc:docMk/>
            <pc:sldMk cId="513395012" sldId="257"/>
            <ac:cxnSpMk id="6" creationId="{D2A16D41-BFF5-6A72-5AA5-E1E8BF43E20D}"/>
          </ac:cxnSpMkLst>
        </pc:cxnChg>
      </pc:sldChg>
      <pc:sldMasterChg chg="modSldLayout">
        <pc:chgData name="jinglun zhao" userId="5843026372aa501f" providerId="LiveId" clId="{34287ECA-09FF-4889-8B6B-C578DB5396AE}" dt="2025-05-20T05:53:54.196" v="221" actId="478"/>
        <pc:sldMasterMkLst>
          <pc:docMk/>
          <pc:sldMasterMk cId="1672316813" sldId="2147483708"/>
        </pc:sldMasterMkLst>
        <pc:sldLayoutChg chg="addSp delSp modSp mod">
          <pc:chgData name="jinglun zhao" userId="5843026372aa501f" providerId="LiveId" clId="{34287ECA-09FF-4889-8B6B-C578DB5396AE}" dt="2025-05-20T05:53:54.196" v="221" actId="478"/>
          <pc:sldLayoutMkLst>
            <pc:docMk/>
            <pc:sldMasterMk cId="1672316813" sldId="2147483708"/>
            <pc:sldLayoutMk cId="2556177444" sldId="2147483720"/>
          </pc:sldLayoutMkLst>
          <pc:spChg chg="del">
            <ac:chgData name="jinglun zhao" userId="5843026372aa501f" providerId="LiveId" clId="{34287ECA-09FF-4889-8B6B-C578DB5396AE}" dt="2025-05-20T05:37:43.633" v="15" actId="478"/>
            <ac:spMkLst>
              <pc:docMk/>
              <pc:sldMasterMk cId="1672316813" sldId="2147483708"/>
              <pc:sldLayoutMk cId="2556177444" sldId="2147483720"/>
              <ac:spMk id="2" creationId="{00000000-0000-0000-0000-000000000000}"/>
            </ac:spMkLst>
          </pc:spChg>
          <pc:spChg chg="del">
            <ac:chgData name="jinglun zhao" userId="5843026372aa501f" providerId="LiveId" clId="{34287ECA-09FF-4889-8B6B-C578DB5396AE}" dt="2025-05-20T05:37:57.589" v="17" actId="478"/>
            <ac:spMkLst>
              <pc:docMk/>
              <pc:sldMasterMk cId="1672316813" sldId="2147483708"/>
              <pc:sldLayoutMk cId="2556177444" sldId="2147483720"/>
              <ac:spMk id="4" creationId="{00000000-0000-0000-0000-000000000000}"/>
            </ac:spMkLst>
          </pc:spChg>
          <pc:spChg chg="del">
            <ac:chgData name="jinglun zhao" userId="5843026372aa501f" providerId="LiveId" clId="{34287ECA-09FF-4889-8B6B-C578DB5396AE}" dt="2025-05-20T05:37:57.589" v="17" actId="478"/>
            <ac:spMkLst>
              <pc:docMk/>
              <pc:sldMasterMk cId="1672316813" sldId="2147483708"/>
              <pc:sldLayoutMk cId="2556177444" sldId="2147483720"/>
              <ac:spMk id="5" creationId="{00000000-0000-0000-0000-000000000000}"/>
            </ac:spMkLst>
          </pc:spChg>
          <pc:spChg chg="del">
            <ac:chgData name="jinglun zhao" userId="5843026372aa501f" providerId="LiveId" clId="{34287ECA-09FF-4889-8B6B-C578DB5396AE}" dt="2025-05-20T05:37:57.589" v="17" actId="478"/>
            <ac:spMkLst>
              <pc:docMk/>
              <pc:sldMasterMk cId="1672316813" sldId="2147483708"/>
              <pc:sldLayoutMk cId="2556177444" sldId="2147483720"/>
              <ac:spMk id="6" creationId="{00000000-0000-0000-0000-000000000000}"/>
            </ac:spMkLst>
          </pc:spChg>
          <pc:spChg chg="add del mod">
            <ac:chgData name="jinglun zhao" userId="5843026372aa501f" providerId="LiveId" clId="{34287ECA-09FF-4889-8B6B-C578DB5396AE}" dt="2025-05-20T05:48:52.810" v="122" actId="478"/>
            <ac:spMkLst>
              <pc:docMk/>
              <pc:sldMasterMk cId="1672316813" sldId="2147483708"/>
              <pc:sldLayoutMk cId="2556177444" sldId="2147483720"/>
              <ac:spMk id="9" creationId="{009D441F-DCC4-5B7D-5531-2FCDB2CEF2CA}"/>
            </ac:spMkLst>
          </pc:spChg>
          <pc:spChg chg="add del mod">
            <ac:chgData name="jinglun zhao" userId="5843026372aa501f" providerId="LiveId" clId="{34287ECA-09FF-4889-8B6B-C578DB5396AE}" dt="2025-05-20T05:53:54.196" v="221" actId="478"/>
            <ac:spMkLst>
              <pc:docMk/>
              <pc:sldMasterMk cId="1672316813" sldId="2147483708"/>
              <pc:sldLayoutMk cId="2556177444" sldId="2147483720"/>
              <ac:spMk id="10" creationId="{36BC3F28-F821-5AA0-5DBA-D9ACF5ABEBC3}"/>
            </ac:spMkLst>
          </pc:spChg>
          <pc:spChg chg="add del mod">
            <ac:chgData name="jinglun zhao" userId="5843026372aa501f" providerId="LiveId" clId="{34287ECA-09FF-4889-8B6B-C578DB5396AE}" dt="2025-05-20T05:53:54.196" v="221" actId="478"/>
            <ac:spMkLst>
              <pc:docMk/>
              <pc:sldMasterMk cId="1672316813" sldId="2147483708"/>
              <pc:sldLayoutMk cId="2556177444" sldId="2147483720"/>
              <ac:spMk id="14" creationId="{FB1AFE93-D523-E517-40A9-C11D3F9970D8}"/>
            </ac:spMkLst>
          </pc:spChg>
          <pc:spChg chg="add del mod">
            <ac:chgData name="jinglun zhao" userId="5843026372aa501f" providerId="LiveId" clId="{34287ECA-09FF-4889-8B6B-C578DB5396AE}" dt="2025-05-20T05:53:54.196" v="221" actId="478"/>
            <ac:spMkLst>
              <pc:docMk/>
              <pc:sldMasterMk cId="1672316813" sldId="2147483708"/>
              <pc:sldLayoutMk cId="2556177444" sldId="2147483720"/>
              <ac:spMk id="15" creationId="{64165481-E011-B11A-6D56-82550DE200E7}"/>
            </ac:spMkLst>
          </pc:spChg>
          <pc:spChg chg="add del mod">
            <ac:chgData name="jinglun zhao" userId="5843026372aa501f" providerId="LiveId" clId="{34287ECA-09FF-4889-8B6B-C578DB5396AE}" dt="2025-05-20T05:53:54.196" v="221" actId="478"/>
            <ac:spMkLst>
              <pc:docMk/>
              <pc:sldMasterMk cId="1672316813" sldId="2147483708"/>
              <pc:sldLayoutMk cId="2556177444" sldId="2147483720"/>
              <ac:spMk id="17" creationId="{983D21D0-0920-0CC9-8CA6-0E9873975E39}"/>
            </ac:spMkLst>
          </pc:spChg>
          <pc:picChg chg="add del mod">
            <ac:chgData name="jinglun zhao" userId="5843026372aa501f" providerId="LiveId" clId="{34287ECA-09FF-4889-8B6B-C578DB5396AE}" dt="2025-05-20T05:53:54.196" v="221" actId="478"/>
            <ac:picMkLst>
              <pc:docMk/>
              <pc:sldMasterMk cId="1672316813" sldId="2147483708"/>
              <pc:sldLayoutMk cId="2556177444" sldId="2147483720"/>
              <ac:picMk id="3" creationId="{6DAB9B5D-8063-5F07-30AD-E7BCFE5DE967}"/>
            </ac:picMkLst>
          </pc:picChg>
          <pc:picChg chg="del mod">
            <ac:chgData name="jinglun zhao" userId="5843026372aa501f" providerId="LiveId" clId="{34287ECA-09FF-4889-8B6B-C578DB5396AE}" dt="2025-05-20T05:53:54.196" v="221" actId="478"/>
            <ac:picMkLst>
              <pc:docMk/>
              <pc:sldMasterMk cId="1672316813" sldId="2147483708"/>
              <pc:sldLayoutMk cId="2556177444" sldId="2147483720"/>
              <ac:picMk id="7" creationId="{B65D9FC8-C422-4A48-9AB8-213B430C9A66}"/>
            </ac:picMkLst>
          </pc:picChg>
          <pc:picChg chg="del mod">
            <ac:chgData name="jinglun zhao" userId="5843026372aa501f" providerId="LiveId" clId="{34287ECA-09FF-4889-8B6B-C578DB5396AE}" dt="2025-05-20T05:38:07.630" v="18" actId="478"/>
            <ac:picMkLst>
              <pc:docMk/>
              <pc:sldMasterMk cId="1672316813" sldId="2147483708"/>
              <pc:sldLayoutMk cId="2556177444" sldId="2147483720"/>
              <ac:picMk id="8" creationId="{5E61B70B-9DDC-433B-9F5C-51335F9E268D}"/>
            </ac:picMkLst>
          </pc:picChg>
          <pc:picChg chg="del mod">
            <ac:chgData name="jinglun zhao" userId="5843026372aa501f" providerId="LiveId" clId="{34287ECA-09FF-4889-8B6B-C578DB5396AE}" dt="2025-05-20T05:53:54.196" v="221" actId="478"/>
            <ac:picMkLst>
              <pc:docMk/>
              <pc:sldMasterMk cId="1672316813" sldId="2147483708"/>
              <pc:sldLayoutMk cId="2556177444" sldId="2147483720"/>
              <ac:picMk id="11" creationId="{FA40697B-EAD8-4598-A284-EE4C99AD746E}"/>
            </ac:picMkLst>
          </pc:picChg>
          <pc:cxnChg chg="add del mod">
            <ac:chgData name="jinglun zhao" userId="5843026372aa501f" providerId="LiveId" clId="{34287ECA-09FF-4889-8B6B-C578DB5396AE}" dt="2025-05-20T05:53:54.196" v="221" actId="478"/>
            <ac:cxnSpMkLst>
              <pc:docMk/>
              <pc:sldMasterMk cId="1672316813" sldId="2147483708"/>
              <pc:sldLayoutMk cId="2556177444" sldId="2147483720"/>
              <ac:cxnSpMk id="13" creationId="{CE5C34A9-27F0-B622-85EB-3C9A07B1CFC0}"/>
            </ac:cxnSpMkLst>
          </pc:cxnChg>
        </pc:sldLayoutChg>
      </pc:sldMaster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9674988-189D-463D-9721-A6F5688AEE1C}" type="datetimeFigureOut">
              <a:rPr lang="zh-CN" altLang="en-US" smtClean="0"/>
              <a:t>2026/5/28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2251075" y="1143000"/>
            <a:ext cx="235585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38E4A36-E06D-4782-BC5D-D427785D0D9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9426933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267903" y="6481387"/>
            <a:ext cx="25702895" cy="13787837"/>
          </a:xfrm>
        </p:spPr>
        <p:txBody>
          <a:bodyPr anchor="b"/>
          <a:lstStyle>
            <a:lvl1pPr algn="ctr">
              <a:defRPr sz="19841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779838" y="20800936"/>
            <a:ext cx="22679025" cy="9561642"/>
          </a:xfrm>
        </p:spPr>
        <p:txBody>
          <a:bodyPr/>
          <a:lstStyle>
            <a:lvl1pPr marL="0" indent="0" algn="ctr">
              <a:buNone/>
              <a:defRPr sz="7937"/>
            </a:lvl1pPr>
            <a:lvl2pPr marL="1511915" indent="0" algn="ctr">
              <a:buNone/>
              <a:defRPr sz="6614"/>
            </a:lvl2pPr>
            <a:lvl3pPr marL="3023829" indent="0" algn="ctr">
              <a:buNone/>
              <a:defRPr sz="5952"/>
            </a:lvl3pPr>
            <a:lvl4pPr marL="4535744" indent="0" algn="ctr">
              <a:buNone/>
              <a:defRPr sz="5291"/>
            </a:lvl4pPr>
            <a:lvl5pPr marL="6047659" indent="0" algn="ctr">
              <a:buNone/>
              <a:defRPr sz="5291"/>
            </a:lvl5pPr>
            <a:lvl6pPr marL="7559573" indent="0" algn="ctr">
              <a:buNone/>
              <a:defRPr sz="5291"/>
            </a:lvl6pPr>
            <a:lvl7pPr marL="9071488" indent="0" algn="ctr">
              <a:buNone/>
              <a:defRPr sz="5291"/>
            </a:lvl7pPr>
            <a:lvl8pPr marL="10583403" indent="0" algn="ctr">
              <a:buNone/>
              <a:defRPr sz="5291"/>
            </a:lvl8pPr>
            <a:lvl9pPr marL="12095317" indent="0" algn="ctr">
              <a:buNone/>
              <a:defRPr sz="5291"/>
            </a:lvl9pPr>
          </a:lstStyle>
          <a:p>
            <a:r>
              <a:rPr lang="zh-CN" altLang="en-US"/>
              <a:t>单击此处编辑母版副标题样式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1F804C-A4CA-4EAE-83CC-47A6A143B11E}" type="datetimeFigureOut">
              <a:rPr lang="zh-CN" altLang="en-US" smtClean="0"/>
              <a:t>2026/5/28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ADD054-717A-4290-864C-E720CDDD184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9114290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1F804C-A4CA-4EAE-83CC-47A6A143B11E}" type="datetimeFigureOut">
              <a:rPr lang="zh-CN" altLang="en-US" smtClean="0"/>
              <a:t>2026/5/28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ADD054-717A-4290-864C-E720CDDD184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7429079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63163" y="9873350"/>
            <a:ext cx="26080879" cy="16473896"/>
          </a:xfrm>
        </p:spPr>
        <p:txBody>
          <a:bodyPr anchor="b"/>
          <a:lstStyle>
            <a:lvl1pPr>
              <a:defRPr sz="19841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063163" y="26503095"/>
            <a:ext cx="26080879" cy="8663233"/>
          </a:xfrm>
        </p:spPr>
        <p:txBody>
          <a:bodyPr/>
          <a:lstStyle>
            <a:lvl1pPr marL="0" indent="0">
              <a:buNone/>
              <a:defRPr sz="7937">
                <a:solidFill>
                  <a:schemeClr val="tx1"/>
                </a:solidFill>
              </a:defRPr>
            </a:lvl1pPr>
            <a:lvl2pPr marL="1511915" indent="0">
              <a:buNone/>
              <a:defRPr sz="6614">
                <a:solidFill>
                  <a:schemeClr val="tx1">
                    <a:tint val="75000"/>
                  </a:schemeClr>
                </a:solidFill>
              </a:defRPr>
            </a:lvl2pPr>
            <a:lvl3pPr marL="3023829" indent="0">
              <a:buNone/>
              <a:defRPr sz="5952">
                <a:solidFill>
                  <a:schemeClr val="tx1">
                    <a:tint val="75000"/>
                  </a:schemeClr>
                </a:solidFill>
              </a:defRPr>
            </a:lvl3pPr>
            <a:lvl4pPr marL="4535744" indent="0">
              <a:buNone/>
              <a:defRPr sz="5291">
                <a:solidFill>
                  <a:schemeClr val="tx1">
                    <a:tint val="75000"/>
                  </a:schemeClr>
                </a:solidFill>
              </a:defRPr>
            </a:lvl4pPr>
            <a:lvl5pPr marL="6047659" indent="0">
              <a:buNone/>
              <a:defRPr sz="5291">
                <a:solidFill>
                  <a:schemeClr val="tx1">
                    <a:tint val="75000"/>
                  </a:schemeClr>
                </a:solidFill>
              </a:defRPr>
            </a:lvl5pPr>
            <a:lvl6pPr marL="7559573" indent="0">
              <a:buNone/>
              <a:defRPr sz="5291">
                <a:solidFill>
                  <a:schemeClr val="tx1">
                    <a:tint val="75000"/>
                  </a:schemeClr>
                </a:solidFill>
              </a:defRPr>
            </a:lvl6pPr>
            <a:lvl7pPr marL="9071488" indent="0">
              <a:buNone/>
              <a:defRPr sz="5291">
                <a:solidFill>
                  <a:schemeClr val="tx1">
                    <a:tint val="75000"/>
                  </a:schemeClr>
                </a:solidFill>
              </a:defRPr>
            </a:lvl7pPr>
            <a:lvl8pPr marL="10583403" indent="0">
              <a:buNone/>
              <a:defRPr sz="5291">
                <a:solidFill>
                  <a:schemeClr val="tx1">
                    <a:tint val="75000"/>
                  </a:schemeClr>
                </a:solidFill>
              </a:defRPr>
            </a:lvl8pPr>
            <a:lvl9pPr marL="12095317" indent="0">
              <a:buNone/>
              <a:defRPr sz="5291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1F804C-A4CA-4EAE-83CC-47A6A143B11E}" type="datetimeFigureOut">
              <a:rPr lang="zh-CN" altLang="en-US" smtClean="0"/>
              <a:t>2026/5/28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ADD054-717A-4290-864C-E720CDDD184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2911989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078910" y="10542562"/>
            <a:ext cx="12851448" cy="2512797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5308342" y="10542562"/>
            <a:ext cx="12851448" cy="2512797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1F804C-A4CA-4EAE-83CC-47A6A143B11E}" type="datetimeFigureOut">
              <a:rPr lang="zh-CN" altLang="en-US" smtClean="0"/>
              <a:t>2026/5/28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ADD054-717A-4290-864C-E720CDDD184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3633963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82849" y="2108521"/>
            <a:ext cx="26080879" cy="7654820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082853" y="9708327"/>
            <a:ext cx="12792385" cy="4757901"/>
          </a:xfrm>
        </p:spPr>
        <p:txBody>
          <a:bodyPr anchor="b"/>
          <a:lstStyle>
            <a:lvl1pPr marL="0" indent="0">
              <a:buNone/>
              <a:defRPr sz="7937" b="1"/>
            </a:lvl1pPr>
            <a:lvl2pPr marL="1511915" indent="0">
              <a:buNone/>
              <a:defRPr sz="6614" b="1"/>
            </a:lvl2pPr>
            <a:lvl3pPr marL="3023829" indent="0">
              <a:buNone/>
              <a:defRPr sz="5952" b="1"/>
            </a:lvl3pPr>
            <a:lvl4pPr marL="4535744" indent="0">
              <a:buNone/>
              <a:defRPr sz="5291" b="1"/>
            </a:lvl4pPr>
            <a:lvl5pPr marL="6047659" indent="0">
              <a:buNone/>
              <a:defRPr sz="5291" b="1"/>
            </a:lvl5pPr>
            <a:lvl6pPr marL="7559573" indent="0">
              <a:buNone/>
              <a:defRPr sz="5291" b="1"/>
            </a:lvl6pPr>
            <a:lvl7pPr marL="9071488" indent="0">
              <a:buNone/>
              <a:defRPr sz="5291" b="1"/>
            </a:lvl7pPr>
            <a:lvl8pPr marL="10583403" indent="0">
              <a:buNone/>
              <a:defRPr sz="5291" b="1"/>
            </a:lvl8pPr>
            <a:lvl9pPr marL="12095317" indent="0">
              <a:buNone/>
              <a:defRPr sz="5291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082853" y="14466228"/>
            <a:ext cx="12792385" cy="21277643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15308344" y="9708327"/>
            <a:ext cx="12855386" cy="4757901"/>
          </a:xfrm>
        </p:spPr>
        <p:txBody>
          <a:bodyPr anchor="b"/>
          <a:lstStyle>
            <a:lvl1pPr marL="0" indent="0">
              <a:buNone/>
              <a:defRPr sz="7937" b="1"/>
            </a:lvl1pPr>
            <a:lvl2pPr marL="1511915" indent="0">
              <a:buNone/>
              <a:defRPr sz="6614" b="1"/>
            </a:lvl2pPr>
            <a:lvl3pPr marL="3023829" indent="0">
              <a:buNone/>
              <a:defRPr sz="5952" b="1"/>
            </a:lvl3pPr>
            <a:lvl4pPr marL="4535744" indent="0">
              <a:buNone/>
              <a:defRPr sz="5291" b="1"/>
            </a:lvl4pPr>
            <a:lvl5pPr marL="6047659" indent="0">
              <a:buNone/>
              <a:defRPr sz="5291" b="1"/>
            </a:lvl5pPr>
            <a:lvl6pPr marL="7559573" indent="0">
              <a:buNone/>
              <a:defRPr sz="5291" b="1"/>
            </a:lvl6pPr>
            <a:lvl7pPr marL="9071488" indent="0">
              <a:buNone/>
              <a:defRPr sz="5291" b="1"/>
            </a:lvl7pPr>
            <a:lvl8pPr marL="10583403" indent="0">
              <a:buNone/>
              <a:defRPr sz="5291" b="1"/>
            </a:lvl8pPr>
            <a:lvl9pPr marL="12095317" indent="0">
              <a:buNone/>
              <a:defRPr sz="5291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15308344" y="14466228"/>
            <a:ext cx="12855386" cy="21277643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1F804C-A4CA-4EAE-83CC-47A6A143B11E}" type="datetimeFigureOut">
              <a:rPr lang="zh-CN" altLang="en-US" smtClean="0"/>
              <a:t>2026/5/28</a:t>
            </a:fld>
            <a:endParaRPr lang="zh-CN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ADD054-717A-4290-864C-E720CDDD184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3318566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1F804C-A4CA-4EAE-83CC-47A6A143B11E}" type="datetimeFigureOut">
              <a:rPr lang="zh-CN" altLang="en-US" smtClean="0"/>
              <a:t>2026/5/28</a:t>
            </a:fld>
            <a:endParaRPr lang="zh-CN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ADD054-717A-4290-864C-E720CDDD184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9238488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1F804C-A4CA-4EAE-83CC-47A6A143B11E}" type="datetimeFigureOut">
              <a:rPr lang="zh-CN" altLang="en-US" smtClean="0"/>
              <a:t>2026/5/28</a:t>
            </a:fld>
            <a:endParaRPr lang="zh-CN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ADD054-717A-4290-864C-E720CDDD184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851580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82849" y="2640224"/>
            <a:ext cx="9752768" cy="9240785"/>
          </a:xfrm>
        </p:spPr>
        <p:txBody>
          <a:bodyPr anchor="b"/>
          <a:lstStyle>
            <a:lvl1pPr>
              <a:defRPr sz="10582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2855386" y="5702159"/>
            <a:ext cx="15308342" cy="28144057"/>
          </a:xfrm>
        </p:spPr>
        <p:txBody>
          <a:bodyPr/>
          <a:lstStyle>
            <a:lvl1pPr>
              <a:defRPr sz="10582"/>
            </a:lvl1pPr>
            <a:lvl2pPr>
              <a:defRPr sz="9259"/>
            </a:lvl2pPr>
            <a:lvl3pPr>
              <a:defRPr sz="7937"/>
            </a:lvl3pPr>
            <a:lvl4pPr>
              <a:defRPr sz="6614"/>
            </a:lvl4pPr>
            <a:lvl5pPr>
              <a:defRPr sz="6614"/>
            </a:lvl5pPr>
            <a:lvl6pPr>
              <a:defRPr sz="6614"/>
            </a:lvl6pPr>
            <a:lvl7pPr>
              <a:defRPr sz="6614"/>
            </a:lvl7pPr>
            <a:lvl8pPr>
              <a:defRPr sz="6614"/>
            </a:lvl8pPr>
            <a:lvl9pPr>
              <a:defRPr sz="6614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082849" y="11881009"/>
            <a:ext cx="9752768" cy="22011039"/>
          </a:xfrm>
        </p:spPr>
        <p:txBody>
          <a:bodyPr/>
          <a:lstStyle>
            <a:lvl1pPr marL="0" indent="0">
              <a:buNone/>
              <a:defRPr sz="5291"/>
            </a:lvl1pPr>
            <a:lvl2pPr marL="1511915" indent="0">
              <a:buNone/>
              <a:defRPr sz="4630"/>
            </a:lvl2pPr>
            <a:lvl3pPr marL="3023829" indent="0">
              <a:buNone/>
              <a:defRPr sz="3968"/>
            </a:lvl3pPr>
            <a:lvl4pPr marL="4535744" indent="0">
              <a:buNone/>
              <a:defRPr sz="3307"/>
            </a:lvl4pPr>
            <a:lvl5pPr marL="6047659" indent="0">
              <a:buNone/>
              <a:defRPr sz="3307"/>
            </a:lvl5pPr>
            <a:lvl6pPr marL="7559573" indent="0">
              <a:buNone/>
              <a:defRPr sz="3307"/>
            </a:lvl6pPr>
            <a:lvl7pPr marL="9071488" indent="0">
              <a:buNone/>
              <a:defRPr sz="3307"/>
            </a:lvl7pPr>
            <a:lvl8pPr marL="10583403" indent="0">
              <a:buNone/>
              <a:defRPr sz="3307"/>
            </a:lvl8pPr>
            <a:lvl9pPr marL="12095317" indent="0">
              <a:buNone/>
              <a:defRPr sz="3307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1F804C-A4CA-4EAE-83CC-47A6A143B11E}" type="datetimeFigureOut">
              <a:rPr lang="zh-CN" altLang="en-US" smtClean="0"/>
              <a:t>2026/5/28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ADD054-717A-4290-864C-E720CDDD184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5809475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82849" y="2640224"/>
            <a:ext cx="9752768" cy="9240785"/>
          </a:xfrm>
        </p:spPr>
        <p:txBody>
          <a:bodyPr anchor="b"/>
          <a:lstStyle>
            <a:lvl1pPr>
              <a:defRPr sz="10582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2855386" y="5702159"/>
            <a:ext cx="15308342" cy="28144057"/>
          </a:xfrm>
        </p:spPr>
        <p:txBody>
          <a:bodyPr anchor="t"/>
          <a:lstStyle>
            <a:lvl1pPr marL="0" indent="0">
              <a:buNone/>
              <a:defRPr sz="10582"/>
            </a:lvl1pPr>
            <a:lvl2pPr marL="1511915" indent="0">
              <a:buNone/>
              <a:defRPr sz="9259"/>
            </a:lvl2pPr>
            <a:lvl3pPr marL="3023829" indent="0">
              <a:buNone/>
              <a:defRPr sz="7937"/>
            </a:lvl3pPr>
            <a:lvl4pPr marL="4535744" indent="0">
              <a:buNone/>
              <a:defRPr sz="6614"/>
            </a:lvl4pPr>
            <a:lvl5pPr marL="6047659" indent="0">
              <a:buNone/>
              <a:defRPr sz="6614"/>
            </a:lvl5pPr>
            <a:lvl6pPr marL="7559573" indent="0">
              <a:buNone/>
              <a:defRPr sz="6614"/>
            </a:lvl6pPr>
            <a:lvl7pPr marL="9071488" indent="0">
              <a:buNone/>
              <a:defRPr sz="6614"/>
            </a:lvl7pPr>
            <a:lvl8pPr marL="10583403" indent="0">
              <a:buNone/>
              <a:defRPr sz="6614"/>
            </a:lvl8pPr>
            <a:lvl9pPr marL="12095317" indent="0">
              <a:buNone/>
              <a:defRPr sz="6614"/>
            </a:lvl9pPr>
          </a:lstStyle>
          <a:p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082849" y="11881009"/>
            <a:ext cx="9752768" cy="22011039"/>
          </a:xfrm>
        </p:spPr>
        <p:txBody>
          <a:bodyPr/>
          <a:lstStyle>
            <a:lvl1pPr marL="0" indent="0">
              <a:buNone/>
              <a:defRPr sz="5291"/>
            </a:lvl1pPr>
            <a:lvl2pPr marL="1511915" indent="0">
              <a:buNone/>
              <a:defRPr sz="4630"/>
            </a:lvl2pPr>
            <a:lvl3pPr marL="3023829" indent="0">
              <a:buNone/>
              <a:defRPr sz="3968"/>
            </a:lvl3pPr>
            <a:lvl4pPr marL="4535744" indent="0">
              <a:buNone/>
              <a:defRPr sz="3307"/>
            </a:lvl4pPr>
            <a:lvl5pPr marL="6047659" indent="0">
              <a:buNone/>
              <a:defRPr sz="3307"/>
            </a:lvl5pPr>
            <a:lvl6pPr marL="7559573" indent="0">
              <a:buNone/>
              <a:defRPr sz="3307"/>
            </a:lvl6pPr>
            <a:lvl7pPr marL="9071488" indent="0">
              <a:buNone/>
              <a:defRPr sz="3307"/>
            </a:lvl7pPr>
            <a:lvl8pPr marL="10583403" indent="0">
              <a:buNone/>
              <a:defRPr sz="3307"/>
            </a:lvl8pPr>
            <a:lvl9pPr marL="12095317" indent="0">
              <a:buNone/>
              <a:defRPr sz="3307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1F804C-A4CA-4EAE-83CC-47A6A143B11E}" type="datetimeFigureOut">
              <a:rPr lang="zh-CN" altLang="en-US" smtClean="0"/>
              <a:t>2026/5/28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ADD054-717A-4290-864C-E720CDDD184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9456297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1F804C-A4CA-4EAE-83CC-47A6A143B11E}" type="datetimeFigureOut">
              <a:rPr lang="zh-CN" altLang="en-US" smtClean="0"/>
              <a:t>2026/5/28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ADD054-717A-4290-864C-E720CDDD184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6886341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21639571" y="2108512"/>
            <a:ext cx="6520220" cy="33562020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078912" y="2108512"/>
            <a:ext cx="19182675" cy="33562020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1F804C-A4CA-4EAE-83CC-47A6A143B11E}" type="datetimeFigureOut">
              <a:rPr lang="zh-CN" altLang="en-US" smtClean="0"/>
              <a:t>2026/5/28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ADD054-717A-4290-864C-E720CDDD184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8204198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55617744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078911" y="2108521"/>
            <a:ext cx="26080879" cy="765482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078911" y="10542562"/>
            <a:ext cx="26080879" cy="2512797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2078910" y="36706459"/>
            <a:ext cx="6803708" cy="210851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3968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71F804C-A4CA-4EAE-83CC-47A6A143B11E}" type="datetimeFigureOut">
              <a:rPr lang="zh-CN" altLang="en-US" smtClean="0"/>
              <a:t>2026/5/28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0016570" y="36706459"/>
            <a:ext cx="10205561" cy="210851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3968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21356082" y="36706459"/>
            <a:ext cx="6803708" cy="210851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3968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5ADD054-717A-4290-864C-E720CDDD184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7231681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9" r:id="rId1"/>
    <p:sldLayoutId id="2147483710" r:id="rId2"/>
    <p:sldLayoutId id="2147483711" r:id="rId3"/>
    <p:sldLayoutId id="2147483712" r:id="rId4"/>
    <p:sldLayoutId id="2147483713" r:id="rId5"/>
    <p:sldLayoutId id="2147483714" r:id="rId6"/>
    <p:sldLayoutId id="2147483715" r:id="rId7"/>
    <p:sldLayoutId id="2147483716" r:id="rId8"/>
    <p:sldLayoutId id="2147483717" r:id="rId9"/>
    <p:sldLayoutId id="2147483718" r:id="rId10"/>
    <p:sldLayoutId id="2147483719" r:id="rId11"/>
    <p:sldLayoutId id="2147483720" r:id="rId12"/>
  </p:sldLayoutIdLst>
  <p:txStyles>
    <p:titleStyle>
      <a:lvl1pPr algn="l" defTabSz="3023829" rtl="0" eaLnBrk="1" latinLnBrk="0" hangingPunct="1">
        <a:lnSpc>
          <a:spcPct val="90000"/>
        </a:lnSpc>
        <a:spcBef>
          <a:spcPct val="0"/>
        </a:spcBef>
        <a:buNone/>
        <a:defRPr sz="1455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755957" indent="-755957" algn="l" defTabSz="3023829" rtl="0" eaLnBrk="1" latinLnBrk="0" hangingPunct="1">
        <a:lnSpc>
          <a:spcPct val="90000"/>
        </a:lnSpc>
        <a:spcBef>
          <a:spcPts val="3307"/>
        </a:spcBef>
        <a:buFont typeface="Arial" panose="020B0604020202020204" pitchFamily="34" charset="0"/>
        <a:buChar char="•"/>
        <a:defRPr sz="9259" kern="1200">
          <a:solidFill>
            <a:schemeClr val="tx1"/>
          </a:solidFill>
          <a:latin typeface="+mn-lt"/>
          <a:ea typeface="+mn-ea"/>
          <a:cs typeface="+mn-cs"/>
        </a:defRPr>
      </a:lvl1pPr>
      <a:lvl2pPr marL="2267872" indent="-755957" algn="l" defTabSz="3023829" rtl="0" eaLnBrk="1" latinLnBrk="0" hangingPunct="1">
        <a:lnSpc>
          <a:spcPct val="90000"/>
        </a:lnSpc>
        <a:spcBef>
          <a:spcPts val="1653"/>
        </a:spcBef>
        <a:buFont typeface="Arial" panose="020B0604020202020204" pitchFamily="34" charset="0"/>
        <a:buChar char="•"/>
        <a:defRPr sz="7937" kern="1200">
          <a:solidFill>
            <a:schemeClr val="tx1"/>
          </a:solidFill>
          <a:latin typeface="+mn-lt"/>
          <a:ea typeface="+mn-ea"/>
          <a:cs typeface="+mn-cs"/>
        </a:defRPr>
      </a:lvl2pPr>
      <a:lvl3pPr marL="3779787" indent="-755957" algn="l" defTabSz="3023829" rtl="0" eaLnBrk="1" latinLnBrk="0" hangingPunct="1">
        <a:lnSpc>
          <a:spcPct val="90000"/>
        </a:lnSpc>
        <a:spcBef>
          <a:spcPts val="1653"/>
        </a:spcBef>
        <a:buFont typeface="Arial" panose="020B0604020202020204" pitchFamily="34" charset="0"/>
        <a:buChar char="•"/>
        <a:defRPr sz="6614" kern="1200">
          <a:solidFill>
            <a:schemeClr val="tx1"/>
          </a:solidFill>
          <a:latin typeface="+mn-lt"/>
          <a:ea typeface="+mn-ea"/>
          <a:cs typeface="+mn-cs"/>
        </a:defRPr>
      </a:lvl3pPr>
      <a:lvl4pPr marL="5291701" indent="-755957" algn="l" defTabSz="3023829" rtl="0" eaLnBrk="1" latinLnBrk="0" hangingPunct="1">
        <a:lnSpc>
          <a:spcPct val="90000"/>
        </a:lnSpc>
        <a:spcBef>
          <a:spcPts val="1653"/>
        </a:spcBef>
        <a:buFont typeface="Arial" panose="020B0604020202020204" pitchFamily="34" charset="0"/>
        <a:buChar char="•"/>
        <a:defRPr sz="5952" kern="1200">
          <a:solidFill>
            <a:schemeClr val="tx1"/>
          </a:solidFill>
          <a:latin typeface="+mn-lt"/>
          <a:ea typeface="+mn-ea"/>
          <a:cs typeface="+mn-cs"/>
        </a:defRPr>
      </a:lvl4pPr>
      <a:lvl5pPr marL="6803616" indent="-755957" algn="l" defTabSz="3023829" rtl="0" eaLnBrk="1" latinLnBrk="0" hangingPunct="1">
        <a:lnSpc>
          <a:spcPct val="90000"/>
        </a:lnSpc>
        <a:spcBef>
          <a:spcPts val="1653"/>
        </a:spcBef>
        <a:buFont typeface="Arial" panose="020B0604020202020204" pitchFamily="34" charset="0"/>
        <a:buChar char="•"/>
        <a:defRPr sz="5952" kern="1200">
          <a:solidFill>
            <a:schemeClr val="tx1"/>
          </a:solidFill>
          <a:latin typeface="+mn-lt"/>
          <a:ea typeface="+mn-ea"/>
          <a:cs typeface="+mn-cs"/>
        </a:defRPr>
      </a:lvl5pPr>
      <a:lvl6pPr marL="8315531" indent="-755957" algn="l" defTabSz="3023829" rtl="0" eaLnBrk="1" latinLnBrk="0" hangingPunct="1">
        <a:lnSpc>
          <a:spcPct val="90000"/>
        </a:lnSpc>
        <a:spcBef>
          <a:spcPts val="1653"/>
        </a:spcBef>
        <a:buFont typeface="Arial" panose="020B0604020202020204" pitchFamily="34" charset="0"/>
        <a:buChar char="•"/>
        <a:defRPr sz="5952" kern="1200">
          <a:solidFill>
            <a:schemeClr val="tx1"/>
          </a:solidFill>
          <a:latin typeface="+mn-lt"/>
          <a:ea typeface="+mn-ea"/>
          <a:cs typeface="+mn-cs"/>
        </a:defRPr>
      </a:lvl6pPr>
      <a:lvl7pPr marL="9827445" indent="-755957" algn="l" defTabSz="3023829" rtl="0" eaLnBrk="1" latinLnBrk="0" hangingPunct="1">
        <a:lnSpc>
          <a:spcPct val="90000"/>
        </a:lnSpc>
        <a:spcBef>
          <a:spcPts val="1653"/>
        </a:spcBef>
        <a:buFont typeface="Arial" panose="020B0604020202020204" pitchFamily="34" charset="0"/>
        <a:buChar char="•"/>
        <a:defRPr sz="5952" kern="1200">
          <a:solidFill>
            <a:schemeClr val="tx1"/>
          </a:solidFill>
          <a:latin typeface="+mn-lt"/>
          <a:ea typeface="+mn-ea"/>
          <a:cs typeface="+mn-cs"/>
        </a:defRPr>
      </a:lvl7pPr>
      <a:lvl8pPr marL="11339360" indent="-755957" algn="l" defTabSz="3023829" rtl="0" eaLnBrk="1" latinLnBrk="0" hangingPunct="1">
        <a:lnSpc>
          <a:spcPct val="90000"/>
        </a:lnSpc>
        <a:spcBef>
          <a:spcPts val="1653"/>
        </a:spcBef>
        <a:buFont typeface="Arial" panose="020B0604020202020204" pitchFamily="34" charset="0"/>
        <a:buChar char="•"/>
        <a:defRPr sz="5952" kern="1200">
          <a:solidFill>
            <a:schemeClr val="tx1"/>
          </a:solidFill>
          <a:latin typeface="+mn-lt"/>
          <a:ea typeface="+mn-ea"/>
          <a:cs typeface="+mn-cs"/>
        </a:defRPr>
      </a:lvl8pPr>
      <a:lvl9pPr marL="12851275" indent="-755957" algn="l" defTabSz="3023829" rtl="0" eaLnBrk="1" latinLnBrk="0" hangingPunct="1">
        <a:lnSpc>
          <a:spcPct val="90000"/>
        </a:lnSpc>
        <a:spcBef>
          <a:spcPts val="1653"/>
        </a:spcBef>
        <a:buFont typeface="Arial" panose="020B0604020202020204" pitchFamily="34" charset="0"/>
        <a:buChar char="•"/>
        <a:defRPr sz="5952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3023829" rtl="0" eaLnBrk="1" latinLnBrk="0" hangingPunct="1">
        <a:defRPr sz="5952" kern="1200">
          <a:solidFill>
            <a:schemeClr val="tx1"/>
          </a:solidFill>
          <a:latin typeface="+mn-lt"/>
          <a:ea typeface="+mn-ea"/>
          <a:cs typeface="+mn-cs"/>
        </a:defRPr>
      </a:lvl1pPr>
      <a:lvl2pPr marL="1511915" algn="l" defTabSz="3023829" rtl="0" eaLnBrk="1" latinLnBrk="0" hangingPunct="1">
        <a:defRPr sz="5952" kern="1200">
          <a:solidFill>
            <a:schemeClr val="tx1"/>
          </a:solidFill>
          <a:latin typeface="+mn-lt"/>
          <a:ea typeface="+mn-ea"/>
          <a:cs typeface="+mn-cs"/>
        </a:defRPr>
      </a:lvl2pPr>
      <a:lvl3pPr marL="3023829" algn="l" defTabSz="3023829" rtl="0" eaLnBrk="1" latinLnBrk="0" hangingPunct="1">
        <a:defRPr sz="5952" kern="1200">
          <a:solidFill>
            <a:schemeClr val="tx1"/>
          </a:solidFill>
          <a:latin typeface="+mn-lt"/>
          <a:ea typeface="+mn-ea"/>
          <a:cs typeface="+mn-cs"/>
        </a:defRPr>
      </a:lvl3pPr>
      <a:lvl4pPr marL="4535744" algn="l" defTabSz="3023829" rtl="0" eaLnBrk="1" latinLnBrk="0" hangingPunct="1">
        <a:defRPr sz="5952" kern="1200">
          <a:solidFill>
            <a:schemeClr val="tx1"/>
          </a:solidFill>
          <a:latin typeface="+mn-lt"/>
          <a:ea typeface="+mn-ea"/>
          <a:cs typeface="+mn-cs"/>
        </a:defRPr>
      </a:lvl4pPr>
      <a:lvl5pPr marL="6047659" algn="l" defTabSz="3023829" rtl="0" eaLnBrk="1" latinLnBrk="0" hangingPunct="1">
        <a:defRPr sz="5952" kern="1200">
          <a:solidFill>
            <a:schemeClr val="tx1"/>
          </a:solidFill>
          <a:latin typeface="+mn-lt"/>
          <a:ea typeface="+mn-ea"/>
          <a:cs typeface="+mn-cs"/>
        </a:defRPr>
      </a:lvl5pPr>
      <a:lvl6pPr marL="7559573" algn="l" defTabSz="3023829" rtl="0" eaLnBrk="1" latinLnBrk="0" hangingPunct="1">
        <a:defRPr sz="5952" kern="1200">
          <a:solidFill>
            <a:schemeClr val="tx1"/>
          </a:solidFill>
          <a:latin typeface="+mn-lt"/>
          <a:ea typeface="+mn-ea"/>
          <a:cs typeface="+mn-cs"/>
        </a:defRPr>
      </a:lvl6pPr>
      <a:lvl7pPr marL="9071488" algn="l" defTabSz="3023829" rtl="0" eaLnBrk="1" latinLnBrk="0" hangingPunct="1">
        <a:defRPr sz="5952" kern="1200">
          <a:solidFill>
            <a:schemeClr val="tx1"/>
          </a:solidFill>
          <a:latin typeface="+mn-lt"/>
          <a:ea typeface="+mn-ea"/>
          <a:cs typeface="+mn-cs"/>
        </a:defRPr>
      </a:lvl7pPr>
      <a:lvl8pPr marL="10583403" algn="l" defTabSz="3023829" rtl="0" eaLnBrk="1" latinLnBrk="0" hangingPunct="1">
        <a:defRPr sz="5952" kern="1200">
          <a:solidFill>
            <a:schemeClr val="tx1"/>
          </a:solidFill>
          <a:latin typeface="+mn-lt"/>
          <a:ea typeface="+mn-ea"/>
          <a:cs typeface="+mn-cs"/>
        </a:defRPr>
      </a:lvl8pPr>
      <a:lvl9pPr marL="12095317" algn="l" defTabSz="3023829" rtl="0" eaLnBrk="1" latinLnBrk="0" hangingPunct="1">
        <a:defRPr sz="5952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屏幕快照 2020-07-24 下午3.08.05.png" descr="屏幕快照 2020-07-24 下午3.08.05.png">
            <a:extLst>
              <a:ext uri="{FF2B5EF4-FFF2-40B4-BE49-F238E27FC236}">
                <a16:creationId xmlns:a16="http://schemas.microsoft.com/office/drawing/2014/main" id="{F6DEF474-80EE-5633-500C-74CF22221918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31948" r="50000"/>
          <a:stretch>
            <a:fillRect/>
          </a:stretch>
        </p:blipFill>
        <p:spPr>
          <a:xfrm>
            <a:off x="2" y="12"/>
            <a:ext cx="30238700" cy="2081708"/>
          </a:xfrm>
          <a:prstGeom prst="rect">
            <a:avLst/>
          </a:prstGeom>
          <a:ln w="12700">
            <a:miter lim="400000"/>
            <a:headEnd/>
            <a:tailEnd/>
          </a:ln>
        </p:spPr>
      </p:pic>
      <p:pic>
        <p:nvPicPr>
          <p:cNvPr id="3" name="图片 2">
            <a:extLst>
              <a:ext uri="{FF2B5EF4-FFF2-40B4-BE49-F238E27FC236}">
                <a16:creationId xmlns:a16="http://schemas.microsoft.com/office/drawing/2014/main" id="{18A076E9-FC41-EBFB-071B-40C604EA720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7825" y="326606"/>
            <a:ext cx="11514699" cy="1580019"/>
          </a:xfrm>
          <a:prstGeom prst="rect">
            <a:avLst/>
          </a:prstGeom>
        </p:spPr>
      </p:pic>
      <p:pic>
        <p:nvPicPr>
          <p:cNvPr id="4" name="屏幕快照 2020-07-24 下午3.08.05.png" descr="屏幕快照 2020-07-24 下午3.08.05.png">
            <a:extLst>
              <a:ext uri="{FF2B5EF4-FFF2-40B4-BE49-F238E27FC236}">
                <a16:creationId xmlns:a16="http://schemas.microsoft.com/office/drawing/2014/main" id="{E3AAFAAF-3B1A-3585-B543-294624F9AA67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31948" r="50000"/>
          <a:stretch>
            <a:fillRect/>
          </a:stretch>
        </p:blipFill>
        <p:spPr>
          <a:xfrm>
            <a:off x="0" y="37896799"/>
            <a:ext cx="30238700" cy="1706563"/>
          </a:xfrm>
          <a:prstGeom prst="rect">
            <a:avLst/>
          </a:prstGeom>
          <a:ln w="12700">
            <a:miter lim="400000"/>
            <a:headEnd/>
            <a:tailEnd/>
          </a:ln>
        </p:spPr>
      </p:pic>
      <p:sp>
        <p:nvSpPr>
          <p:cNvPr id="5" name="Title 1">
            <a:extLst>
              <a:ext uri="{FF2B5EF4-FFF2-40B4-BE49-F238E27FC236}">
                <a16:creationId xmlns:a16="http://schemas.microsoft.com/office/drawing/2014/main" id="{4C4FD985-35F9-F5F4-400A-12AA368FBC3C}"/>
              </a:ext>
            </a:extLst>
          </p:cNvPr>
          <p:cNvSpPr txBox="1">
            <a:spLocks/>
          </p:cNvSpPr>
          <p:nvPr/>
        </p:nvSpPr>
        <p:spPr>
          <a:xfrm>
            <a:off x="7793652" y="4325888"/>
            <a:ext cx="14651395" cy="121857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3023829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10000" kern="1200">
                <a:solidFill>
                  <a:schemeClr val="tx1"/>
                </a:solidFill>
                <a:latin typeface="Verdana" panose="020B0604030504040204" pitchFamily="34" charset="0"/>
                <a:ea typeface="+mj-ea"/>
                <a:cs typeface="Sans Serif Collection" panose="020B0502040504020204" pitchFamily="34" charset="0"/>
              </a:defRPr>
            </a:lvl1pPr>
          </a:lstStyle>
          <a:p>
            <a:pPr algn="ctr"/>
            <a:r>
              <a:rPr lang="en-US" altLang="zh-CN" sz="7000" dirty="0"/>
              <a:t>Team Members</a:t>
            </a:r>
            <a:endParaRPr lang="en-US" sz="7000" dirty="0"/>
          </a:p>
        </p:txBody>
      </p:sp>
      <p:cxnSp>
        <p:nvCxnSpPr>
          <p:cNvPr id="6" name="直接连接符 5">
            <a:extLst>
              <a:ext uri="{FF2B5EF4-FFF2-40B4-BE49-F238E27FC236}">
                <a16:creationId xmlns:a16="http://schemas.microsoft.com/office/drawing/2014/main" id="{D2A16D41-BFF5-6A72-5AA5-E1E8BF43E20D}"/>
              </a:ext>
            </a:extLst>
          </p:cNvPr>
          <p:cNvCxnSpPr/>
          <p:nvPr/>
        </p:nvCxnSpPr>
        <p:spPr>
          <a:xfrm>
            <a:off x="15119349" y="6248400"/>
            <a:ext cx="0" cy="29616400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itle 1">
            <a:extLst>
              <a:ext uri="{FF2B5EF4-FFF2-40B4-BE49-F238E27FC236}">
                <a16:creationId xmlns:a16="http://schemas.microsoft.com/office/drawing/2014/main" id="{50438B3D-0F5C-E3B1-2E7F-43C728DF0FAC}"/>
              </a:ext>
            </a:extLst>
          </p:cNvPr>
          <p:cNvSpPr txBox="1">
            <a:spLocks/>
          </p:cNvSpPr>
          <p:nvPr/>
        </p:nvSpPr>
        <p:spPr>
          <a:xfrm>
            <a:off x="7793652" y="2795260"/>
            <a:ext cx="14651395" cy="1218570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2500" lnSpcReduction="10000"/>
          </a:bodyPr>
          <a:lstStyle>
            <a:lvl1pPr algn="l" defTabSz="3023829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10000" kern="1200">
                <a:solidFill>
                  <a:schemeClr val="tx1"/>
                </a:solidFill>
                <a:latin typeface="Verdana" panose="020B0604030504040204" pitchFamily="34" charset="0"/>
                <a:ea typeface="+mj-ea"/>
                <a:cs typeface="Sans Serif Collection" panose="020B0502040504020204" pitchFamily="34" charset="0"/>
              </a:defRPr>
            </a:lvl1pPr>
          </a:lstStyle>
          <a:p>
            <a:pPr algn="ctr"/>
            <a:r>
              <a:rPr lang="en-US" altLang="zh-CN" sz="9600" dirty="0"/>
              <a:t>Poster Template</a:t>
            </a:r>
            <a:endParaRPr lang="en-US" sz="5000" dirty="0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AB680BBE-AF8E-E237-B787-2B8A27EECD3C}"/>
              </a:ext>
            </a:extLst>
          </p:cNvPr>
          <p:cNvSpPr txBox="1">
            <a:spLocks/>
          </p:cNvSpPr>
          <p:nvPr/>
        </p:nvSpPr>
        <p:spPr>
          <a:xfrm>
            <a:off x="7793652" y="35964689"/>
            <a:ext cx="14651395" cy="1218570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2500" lnSpcReduction="10000"/>
          </a:bodyPr>
          <a:lstStyle>
            <a:lvl1pPr algn="l" defTabSz="3023829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10000" kern="1200">
                <a:solidFill>
                  <a:schemeClr val="tx1"/>
                </a:solidFill>
                <a:latin typeface="Verdana" panose="020B0604030504040204" pitchFamily="34" charset="0"/>
                <a:ea typeface="+mj-ea"/>
                <a:cs typeface="Sans Serif Collection" panose="020B0502040504020204" pitchFamily="34" charset="0"/>
              </a:defRPr>
            </a:lvl1pPr>
          </a:lstStyle>
          <a:p>
            <a:pPr algn="ctr"/>
            <a:r>
              <a:rPr lang="en-US" sz="5000" dirty="0"/>
              <a:t>You can delete</a:t>
            </a:r>
            <a:br>
              <a:rPr lang="en-US" sz="5000" dirty="0"/>
            </a:br>
            <a:r>
              <a:rPr lang="en-US" sz="5000" dirty="0"/>
              <a:t>this reference line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E3BE7E25-3C51-15C3-2CF5-D3FDB99D496B}"/>
              </a:ext>
            </a:extLst>
          </p:cNvPr>
          <p:cNvSpPr txBox="1"/>
          <p:nvPr/>
        </p:nvSpPr>
        <p:spPr>
          <a:xfrm>
            <a:off x="597825" y="38288415"/>
            <a:ext cx="896438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5400" dirty="0">
                <a:solidFill>
                  <a:schemeClr val="bg1"/>
                </a:solidFill>
              </a:rPr>
              <a:t>Deep </a:t>
            </a:r>
            <a:r>
              <a:rPr lang="en-US" altLang="zh-CN" sz="5400">
                <a:solidFill>
                  <a:schemeClr val="bg1"/>
                </a:solidFill>
              </a:rPr>
              <a:t>Learning 2026 </a:t>
            </a:r>
            <a:r>
              <a:rPr lang="en-US" altLang="zh-CN" sz="5400" dirty="0">
                <a:solidFill>
                  <a:schemeClr val="bg1"/>
                </a:solidFill>
              </a:rPr>
              <a:t>Spring</a:t>
            </a:r>
            <a:endParaRPr lang="zh-CN" altLang="en-US" sz="54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1339501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 主题​​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主题​​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主题​​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54</TotalTime>
  <Words>15</Words>
  <Application>Microsoft Macintosh PowerPoint</Application>
  <PresentationFormat>Custom</PresentationFormat>
  <Paragraphs>4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等线</vt:lpstr>
      <vt:lpstr>Arial</vt:lpstr>
      <vt:lpstr>Calibri</vt:lpstr>
      <vt:lpstr>Calibri Light</vt:lpstr>
      <vt:lpstr>Office 主题​​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IIIS</dc:creator>
  <cp:lastModifiedBy>Zijian Zhang</cp:lastModifiedBy>
  <cp:revision>8</cp:revision>
  <dcterms:created xsi:type="dcterms:W3CDTF">2023-12-12T06:09:52Z</dcterms:created>
  <dcterms:modified xsi:type="dcterms:W3CDTF">2026-05-28T07:12:49Z</dcterms:modified>
</cp:coreProperties>
</file>